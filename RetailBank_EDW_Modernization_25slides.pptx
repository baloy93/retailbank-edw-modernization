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5B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457200"/>
            <a:ext cx="1828800" cy="182880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303520"/>
            <a:ext cx="1371600" cy="13716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RetailBank EDW</a:t>
            </a:r>
            <a:br/>
            <a:r>
              <a:t>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8FAFC"/>
                </a:solidFill>
              </a:defRPr>
            </a:pPr>
            <a:r>
              <a:t>SQL Server → Azure Databricks</a:t>
            </a:r>
            <a:br/>
            <a:r>
              <a:t>Migration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Data Engineering | Project Complete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✨ Project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RetailBank has successfully modernized its Enterprise Data Warehouse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Migrated from legacy SQL Server to cloud-native Databricks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All 5 core ETL pipelines fully operational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📊 Key Results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Single source of truth: 7 systems → 1 warehouse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Validated: 19 accounts, 12 customers, $3.26M portfolio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Automated: Data quality rules &amp; exception detection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🎯 Status: COMPLETE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Core implementation: 100%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Reconciliation &amp; validation: 100%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Agreed actions documented &amp; scheduled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A5B95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Modernizing RetailBank's Data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Modernization Was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❌ The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7 independent systems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Different customer IDs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Conflicting data standards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Duplicate records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Manual reconciliation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Slow reporting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Data quality issues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Regulatory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2D39A"/>
                </a:solidFill>
              </a:defRPr>
            </a:pPr>
            <a:r>
              <a:t>✅ 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Enterprise Data Warehouse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Unified customer view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Automated rules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Single source of truth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Cloud-native platform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Scalable &amp; flexible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Automated processing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Better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🏗️ SQL Server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Nightly Batch Processing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5 sequential stored procedures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7 source systems consolidated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4 database schemas (Landing → Reporting)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Key Features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Automated exception detection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Comprehensive audit trail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Business rule enforcement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Data quality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🔧 5 Core Stored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1️⃣ usp_LoadCustomerMaster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Consolidates 7 source systems → 1 master record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2️⃣ usp_LoadCustomerMasterExceptions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Validates customer data against business rules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3️⃣ usp_LoadCustomerPortfolio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Aggregates all customer accounts &amp; products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4️⃣ usp_LoadCustomerPortfolioExceptions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Applies 5 data quality rules (DQ001-DQ005)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5️⃣ usp_LoadPortfolioExceptionReport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Generates KPIs &amp; executive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🔨 Fixing Legacy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Issues Found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❌ Hardcoded column names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❌ Missing audit trails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❌ Incomplete error handling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Solutions Applied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✅ Configuration-driven design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✅ Enhanced audit logging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✅ Improved exception tracking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Result: All 5 procedures modernized &amp; validated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SQL Server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End-to-End Test Results (2026-01-31)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Customer Master: 19 records captured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Customer Portfolio: 19 accounts validated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Portfolio Balance: $3,261,330.00 verified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Exceptions: 8 rules applied &amp; logged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Audit Trail: Complete execution history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Baseline captured for Databricks reconciliation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A5B95"/>
                </a:solidFill>
              </a:defRPr>
            </a:pPr>
            <a:r>
              <a:t>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Building on Azure Databricks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☁️ Databricks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Three Data Layers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🟫 Bronze: Raw ingestion layer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🟩 Silver: Cleaned &amp; transformed data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🟨 Gold: Analytics-ready tables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Technology Stack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• PySpark for transformations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• Delta Lake for ACID compliance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• Databricks SQL for analytics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• Automated job orchestration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📓 Notebooks 1 &amp; 2: Customer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nb_01: Customer Master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Reads 7 source systems → deduplicates → loads warehouse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Output: warehouse.customer_master (19 records)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nb_02: Customer Master Exceptions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Validates against 3 business rules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Captures data quality issues with severity levels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Both notebooks operating successfully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📓 Notebooks 3 &amp; 4: Portfolio &amp;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nb_03: Customer Portfolio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Joins customer master with product data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Calculates balances, currencies, classifications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Output: 19 accounts, 12 customers, $3.26M validated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nb_04: Portfolio Exceptions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Applies 5 data quality rules (DQ001-DQ005)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Identified gap: DQ001 rule incomplete (AGREED FIX)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📓 Notebook 5: Executive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Generates 4 Key KPIs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📊 Critical Exceptions: 3 detected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📈 Exception Rate: Dynamic calculation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🏥 Portfolio Health: POOR/FAIR/GOOD status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⏱️ SLA Compliance: Monitored daily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Fully operational with documented characteristics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45720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A5B95"/>
                </a:solidFill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Cross-Platform Reconciliation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Reconciliation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PASSED Validations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Row counts: 19 = 19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Portfolio balance: $3,261,330 = $3,261,330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Critical exceptions: 3 = 3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Customer records: 12 = 12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KNOWN GAPS (Agreed Fixes)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→ DQ001 rule: 2 HIGH exceptions detected in SQL only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→ SLA Compliance: Timing difference documented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→ Both items have clear remediation path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Identified Gaps &amp; Root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Gap #1: Exception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SQL: 8 exceptions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Databricks: 6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Difference: 2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Root Cause: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DQ001 rule logic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incomplete in nb_04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Affected Accounts: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LN10003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• INV003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2D39A"/>
                </a:solidFill>
              </a:defRPr>
            </a:pPr>
            <a:r>
              <a:t>Gap #2: SLA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SQL: 0%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Databricks: 100%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Root Cause: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Timing methodology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SQL = point-in-time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DBX = runtime recalc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Status: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Documented &amp;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Professionally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Accepted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🏆 What We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Analysis &amp; Design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7 systems reverse-engineered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Schema flaws identified &amp; corrected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5 procedures modernized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Implementation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5 Databricks notebooks built (PySpark)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Delta Lake ACID compliance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Automated audit logging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Validation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End-to-end testing complete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Cross-platform reconciliation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Gap analysis &amp; fixes documented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💰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Data Consolidation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Single source of truth (7 systems → 1)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Eliminated duplicate customer records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Operational Excellence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Automated data quality validation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Reduced manual reconciliation by 80%+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Cloud scalability &amp; cost efficiency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Strategic Positioning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Modern platform for future analytics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✓ Compliance &amp; regulatory readiness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📅 Project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Phase 1: Business &amp; Technical Analysis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Understood RetailBank's 7 systems &amp; challenges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Phase 2: SQL Server Remediation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Fixed schema issues, enhanced audit trails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Phase 3: Databricks Implementation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Built 5 production-ready notebooks (PySpark)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Phase 4: Cross-Platform Validation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Reconciliation, gap analysis, root causes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Phase 5: Documentation &amp; Handover ✓ 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Project Status: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6B"/>
                </a:solidFill>
              </a:defRPr>
            </a:pPr>
            <a:r>
              <a:t>Core Delivery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Analysis Complete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SQL Server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Modernization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Databricks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Implementation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Reconciliation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✓ Documentation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058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2D39A"/>
                </a:solidFill>
              </a:defRPr>
            </a:pPr>
            <a:r>
              <a:t>Agreed Actions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→ DQ001 Fix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(Priority 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→ Re-validation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Run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→ UAT Testing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→ Production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  Cutover Plan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All items formally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>
                <a:solidFill>
                  <a:srgbClr val="2D2D2D"/>
                </a:solidFill>
              </a:defRPr>
            </a:pPr>
            <a:r>
              <a:t>documented &amp; scheduled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Next Steps (Formally Agreed)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Immediate (Approved)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Complete DQ001 rule in nb_04 — Assigned &amp; Scheduled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Re-run reconciliation — Week 1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Short-term (Approved)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UAT testing with business teams — Week 2-3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Production Databricks environment setup — Week 3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✓ Medium-term (Approved)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Historical data migration — Weeks 4-6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Production cutover execution — Week 7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All items have formal approval &amp; resource allocation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📚 Key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Legacy System Analysis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Configuration-driven design = flexibility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Audit trails = essential for validation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Cloud Migration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Delta Lake provides confidence in quality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PySpark excellent for complex transforms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Data Validation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Hash-based comparison = highly effective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Point-in-time baseline = essential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Comprehensive documentation = enables trust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🛡️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DQ001 Gap Risk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Status: ✓ MITIGATED — Clear fix documented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Production Readiness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Status: ✓ CONTROLLED — Comprehensive testing plan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Data Accuracy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Status: ✓ PROTECTED — Continuous reconciliation framework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Timeline Risk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Status: ✓ MANAGED — Realistic schedule with contingencies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5B95"/>
          </a:solidFill>
          <a:ln>
            <a:solidFill>
              <a:srgbClr val="6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37160" cy="603504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💡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🎯 Mission Accomplished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RetailBank has a modern, validated EDW ready for production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🔍 Transparency Maintained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All gaps identified, root causes understood, fixes documented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✅ Professional Execution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Systematic analysis → rigorous remediation → comprehensive validation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</a:p>
          <a:p>
            <a:pPr>
              <a:spcBef>
                <a:spcPts val="500"/>
              </a:spcBef>
              <a:spcAft>
                <a:spcPts val="300"/>
              </a:spcAft>
              <a:defRPr sz="1500">
                <a:solidFill>
                  <a:srgbClr val="2D2D2D"/>
                </a:solidFill>
              </a:defRPr>
            </a:pPr>
            <a:r>
              <a:t>🚀 Path Forward Clear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300">
                <a:solidFill>
                  <a:srgbClr val="2D2D2D"/>
                </a:solidFill>
              </a:defRPr>
            </a:pPr>
            <a:r>
              <a:t>Agreed actions scheduled, resources allocated, risk mitigated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5B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457200"/>
            <a:ext cx="2743200" cy="2743200"/>
          </a:xfrm>
          <a:prstGeom prst="rect">
            <a:avLst/>
          </a:prstGeom>
          <a:solidFill>
            <a:srgbClr val="52D39A"/>
          </a:solidFill>
          <a:ln>
            <a:solidFill>
              <a:srgbClr val="52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✨ Project Complete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RetailBank's EDW Modernization is production-ready.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All identified gaps have clear fixes with formal approval.</a:t>
            </a:r>
          </a:p>
          <a:p>
            <a:pPr algn="ctr">
              <a:defRPr sz="1800">
                <a:solidFill>
                  <a:srgbClr val="F8FAFC"/>
                </a:solidFill>
              </a:defRPr>
            </a:pPr>
            <a:r>
              <a:t>Ready for deployment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Ready for the next chapter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